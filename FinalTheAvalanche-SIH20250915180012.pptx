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2133"/>
            <a:ext cx="12187301" cy="48110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3175"/>
            <a:ext cx="12192000" cy="504825"/>
          </a:xfrm>
          <a:custGeom>
            <a:avLst/>
            <a:gdLst/>
            <a:ahLst/>
            <a:cxnLst/>
            <a:rect l="l" t="t" r="r" b="b"/>
            <a:pathLst>
              <a:path w="12192000" h="504825">
                <a:moveTo>
                  <a:pt x="12192000" y="0"/>
                </a:moveTo>
                <a:lnTo>
                  <a:pt x="0" y="0"/>
                </a:lnTo>
                <a:lnTo>
                  <a:pt x="0" y="504825"/>
                </a:lnTo>
                <a:lnTo>
                  <a:pt x="12192000" y="5048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4805" y="181038"/>
            <a:ext cx="8082280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492" y="1663001"/>
            <a:ext cx="6860540" cy="442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231384" y="6472554"/>
            <a:ext cx="20491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382629" y="6472554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hyperlink" Target="https://youtu.be/Ugs2Xg06mlY" TargetMode="External"/><Relationship Id="rId8" Type="http://schemas.openxmlformats.org/officeDocument/2006/relationships/hyperlink" Target="https://github.com/sonamnimje/RailAnukriti" TargetMode="External"/><Relationship Id="rId9" Type="http://schemas.openxmlformats.org/officeDocument/2006/relationships/hyperlink" Target="https://rail-anukriti-7u8e.vercel.app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657818" y="847725"/>
            <a:ext cx="4638675" cy="5162550"/>
            <a:chOff x="5657818" y="847725"/>
            <a:chExt cx="4638675" cy="5162550"/>
          </a:xfrm>
        </p:grpSpPr>
        <p:sp>
          <p:nvSpPr>
            <p:cNvPr id="3" name="object 3" descr=""/>
            <p:cNvSpPr/>
            <p:nvPr/>
          </p:nvSpPr>
          <p:spPr>
            <a:xfrm>
              <a:off x="5657818" y="847725"/>
              <a:ext cx="4638675" cy="5162550"/>
            </a:xfrm>
            <a:custGeom>
              <a:avLst/>
              <a:gdLst/>
              <a:ahLst/>
              <a:cxnLst/>
              <a:rect l="l" t="t" r="r" b="b"/>
              <a:pathLst>
                <a:path w="4638675" h="5162550">
                  <a:moveTo>
                    <a:pt x="1873281" y="0"/>
                  </a:moveTo>
                  <a:lnTo>
                    <a:pt x="1179988" y="0"/>
                  </a:lnTo>
                  <a:lnTo>
                    <a:pt x="1147335" y="5790"/>
                  </a:lnTo>
                  <a:lnTo>
                    <a:pt x="1092174" y="48756"/>
                  </a:lnTo>
                  <a:lnTo>
                    <a:pt x="1072165" y="83692"/>
                  </a:lnTo>
                  <a:lnTo>
                    <a:pt x="726344" y="882523"/>
                  </a:lnTo>
                  <a:lnTo>
                    <a:pt x="713700" y="922043"/>
                  </a:lnTo>
                  <a:lnTo>
                    <a:pt x="709485" y="964184"/>
                  </a:lnTo>
                  <a:lnTo>
                    <a:pt x="713700" y="1006324"/>
                  </a:lnTo>
                  <a:lnTo>
                    <a:pt x="726344" y="1045845"/>
                  </a:lnTo>
                  <a:lnTo>
                    <a:pt x="1072165" y="1844675"/>
                  </a:lnTo>
                  <a:lnTo>
                    <a:pt x="1092184" y="1879615"/>
                  </a:lnTo>
                  <a:lnTo>
                    <a:pt x="1118520" y="1906397"/>
                  </a:lnTo>
                  <a:lnTo>
                    <a:pt x="1092866" y="1965960"/>
                  </a:lnTo>
                  <a:lnTo>
                    <a:pt x="786923" y="2672207"/>
                  </a:lnTo>
                  <a:lnTo>
                    <a:pt x="769379" y="2718113"/>
                  </a:lnTo>
                  <a:lnTo>
                    <a:pt x="756848" y="2766349"/>
                  </a:lnTo>
                  <a:lnTo>
                    <a:pt x="749329" y="2816140"/>
                  </a:lnTo>
                  <a:lnTo>
                    <a:pt x="746823" y="2866707"/>
                  </a:lnTo>
                  <a:lnTo>
                    <a:pt x="749329" y="2917274"/>
                  </a:lnTo>
                  <a:lnTo>
                    <a:pt x="756848" y="2967065"/>
                  </a:lnTo>
                  <a:lnTo>
                    <a:pt x="769379" y="3015301"/>
                  </a:lnTo>
                  <a:lnTo>
                    <a:pt x="786923" y="3061207"/>
                  </a:lnTo>
                  <a:lnTo>
                    <a:pt x="1610645" y="4963325"/>
                  </a:lnTo>
                  <a:lnTo>
                    <a:pt x="1636086" y="5013193"/>
                  </a:lnTo>
                  <a:lnTo>
                    <a:pt x="1666206" y="5056755"/>
                  </a:lnTo>
                  <a:lnTo>
                    <a:pt x="1700442" y="5093514"/>
                  </a:lnTo>
                  <a:lnTo>
                    <a:pt x="1738233" y="5122970"/>
                  </a:lnTo>
                  <a:lnTo>
                    <a:pt x="1779017" y="5144627"/>
                  </a:lnTo>
                  <a:lnTo>
                    <a:pt x="1822230" y="5157986"/>
                  </a:lnTo>
                  <a:lnTo>
                    <a:pt x="1867312" y="5162550"/>
                  </a:lnTo>
                  <a:lnTo>
                    <a:pt x="3518185" y="5162550"/>
                  </a:lnTo>
                  <a:lnTo>
                    <a:pt x="3562144" y="5157986"/>
                  </a:lnTo>
                  <a:lnTo>
                    <a:pt x="3604868" y="5144627"/>
                  </a:lnTo>
                  <a:lnTo>
                    <a:pt x="3645541" y="5122970"/>
                  </a:lnTo>
                  <a:lnTo>
                    <a:pt x="3683349" y="5093514"/>
                  </a:lnTo>
                  <a:lnTo>
                    <a:pt x="3717475" y="5056755"/>
                  </a:lnTo>
                  <a:lnTo>
                    <a:pt x="3747105" y="5013193"/>
                  </a:lnTo>
                  <a:lnTo>
                    <a:pt x="3771423" y="4963325"/>
                  </a:lnTo>
                  <a:lnTo>
                    <a:pt x="4598574" y="3061208"/>
                  </a:lnTo>
                  <a:lnTo>
                    <a:pt x="4616118" y="3015301"/>
                  </a:lnTo>
                  <a:lnTo>
                    <a:pt x="4628649" y="2967065"/>
                  </a:lnTo>
                  <a:lnTo>
                    <a:pt x="4636168" y="2917274"/>
                  </a:lnTo>
                  <a:lnTo>
                    <a:pt x="4638674" y="2866707"/>
                  </a:lnTo>
                  <a:lnTo>
                    <a:pt x="4636168" y="2816140"/>
                  </a:lnTo>
                  <a:lnTo>
                    <a:pt x="4628649" y="2766349"/>
                  </a:lnTo>
                  <a:lnTo>
                    <a:pt x="4616118" y="2718113"/>
                  </a:lnTo>
                  <a:lnTo>
                    <a:pt x="4598574" y="2672207"/>
                  </a:lnTo>
                  <a:lnTo>
                    <a:pt x="4271016" y="1918970"/>
                  </a:lnTo>
                  <a:lnTo>
                    <a:pt x="1177067" y="1918970"/>
                  </a:lnTo>
                  <a:lnTo>
                    <a:pt x="1168717" y="1918594"/>
                  </a:lnTo>
                  <a:lnTo>
                    <a:pt x="1160462" y="1917493"/>
                  </a:lnTo>
                  <a:lnTo>
                    <a:pt x="1152350" y="1915701"/>
                  </a:lnTo>
                  <a:lnTo>
                    <a:pt x="1144428" y="1913254"/>
                  </a:lnTo>
                  <a:lnTo>
                    <a:pt x="1125124" y="1902460"/>
                  </a:lnTo>
                  <a:lnTo>
                    <a:pt x="1143793" y="1859407"/>
                  </a:lnTo>
                  <a:lnTo>
                    <a:pt x="1168685" y="1801622"/>
                  </a:lnTo>
                  <a:lnTo>
                    <a:pt x="1131949" y="1761112"/>
                  </a:lnTo>
                  <a:lnTo>
                    <a:pt x="817149" y="1036574"/>
                  </a:lnTo>
                  <a:lnTo>
                    <a:pt x="802200" y="964184"/>
                  </a:lnTo>
                  <a:lnTo>
                    <a:pt x="805934" y="926792"/>
                  </a:lnTo>
                  <a:lnTo>
                    <a:pt x="1123727" y="183641"/>
                  </a:lnTo>
                  <a:lnTo>
                    <a:pt x="1164066" y="129254"/>
                  </a:lnTo>
                  <a:lnTo>
                    <a:pt x="1219358" y="109347"/>
                  </a:lnTo>
                  <a:lnTo>
                    <a:pt x="1990742" y="109347"/>
                  </a:lnTo>
                  <a:lnTo>
                    <a:pt x="1979580" y="83692"/>
                  </a:lnTo>
                  <a:lnTo>
                    <a:pt x="1960239" y="48756"/>
                  </a:lnTo>
                  <a:lnTo>
                    <a:pt x="1934860" y="22415"/>
                  </a:lnTo>
                  <a:lnTo>
                    <a:pt x="1905267" y="5790"/>
                  </a:lnTo>
                  <a:lnTo>
                    <a:pt x="1873281" y="0"/>
                  </a:lnTo>
                  <a:close/>
                </a:path>
                <a:path w="4638675" h="5162550">
                  <a:moveTo>
                    <a:pt x="673766" y="3129788"/>
                  </a:moveTo>
                  <a:lnTo>
                    <a:pt x="272446" y="3129788"/>
                  </a:lnTo>
                  <a:lnTo>
                    <a:pt x="253539" y="3133133"/>
                  </a:lnTo>
                  <a:lnTo>
                    <a:pt x="221583" y="3157970"/>
                  </a:lnTo>
                  <a:lnTo>
                    <a:pt x="9810" y="3640581"/>
                  </a:lnTo>
                  <a:lnTo>
                    <a:pt x="0" y="3687889"/>
                  </a:lnTo>
                  <a:lnTo>
                    <a:pt x="2452" y="3712305"/>
                  </a:lnTo>
                  <a:lnTo>
                    <a:pt x="209962" y="4197604"/>
                  </a:lnTo>
                  <a:lnTo>
                    <a:pt x="236347" y="4233037"/>
                  </a:lnTo>
                  <a:lnTo>
                    <a:pt x="272446" y="4245991"/>
                  </a:lnTo>
                  <a:lnTo>
                    <a:pt x="673766" y="4245991"/>
                  </a:lnTo>
                  <a:lnTo>
                    <a:pt x="724076" y="4217808"/>
                  </a:lnTo>
                  <a:lnTo>
                    <a:pt x="936402" y="3735197"/>
                  </a:lnTo>
                  <a:lnTo>
                    <a:pt x="946118" y="3687889"/>
                  </a:lnTo>
                  <a:lnTo>
                    <a:pt x="943689" y="3663473"/>
                  </a:lnTo>
                  <a:lnTo>
                    <a:pt x="735234" y="3178175"/>
                  </a:lnTo>
                  <a:lnTo>
                    <a:pt x="709406" y="3142742"/>
                  </a:lnTo>
                  <a:lnTo>
                    <a:pt x="673766" y="3129788"/>
                  </a:lnTo>
                  <a:close/>
                </a:path>
                <a:path w="4638675" h="5162550">
                  <a:moveTo>
                    <a:pt x="3518185" y="570864"/>
                  </a:moveTo>
                  <a:lnTo>
                    <a:pt x="2192686" y="570864"/>
                  </a:lnTo>
                  <a:lnTo>
                    <a:pt x="2324131" y="873125"/>
                  </a:lnTo>
                  <a:lnTo>
                    <a:pt x="2336776" y="912645"/>
                  </a:lnTo>
                  <a:lnTo>
                    <a:pt x="2340986" y="954833"/>
                  </a:lnTo>
                  <a:lnTo>
                    <a:pt x="2336776" y="996926"/>
                  </a:lnTo>
                  <a:lnTo>
                    <a:pt x="2324076" y="1036574"/>
                  </a:lnTo>
                  <a:lnTo>
                    <a:pt x="1976659" y="1835277"/>
                  </a:lnTo>
                  <a:lnTo>
                    <a:pt x="1957318" y="1870213"/>
                  </a:lnTo>
                  <a:lnTo>
                    <a:pt x="1931939" y="1896554"/>
                  </a:lnTo>
                  <a:lnTo>
                    <a:pt x="1902212" y="1913254"/>
                  </a:lnTo>
                  <a:lnTo>
                    <a:pt x="1901930" y="1913254"/>
                  </a:lnTo>
                  <a:lnTo>
                    <a:pt x="1870360" y="1918970"/>
                  </a:lnTo>
                  <a:lnTo>
                    <a:pt x="4271016" y="1918970"/>
                  </a:lnTo>
                  <a:lnTo>
                    <a:pt x="3771423" y="770127"/>
                  </a:lnTo>
                  <a:lnTo>
                    <a:pt x="3747105" y="720261"/>
                  </a:lnTo>
                  <a:lnTo>
                    <a:pt x="3717475" y="676695"/>
                  </a:lnTo>
                  <a:lnTo>
                    <a:pt x="3683349" y="639929"/>
                  </a:lnTo>
                  <a:lnTo>
                    <a:pt x="3645541" y="610463"/>
                  </a:lnTo>
                  <a:lnTo>
                    <a:pt x="3604868" y="588797"/>
                  </a:lnTo>
                  <a:lnTo>
                    <a:pt x="3562144" y="575431"/>
                  </a:lnTo>
                  <a:lnTo>
                    <a:pt x="3518185" y="570864"/>
                  </a:lnTo>
                  <a:close/>
                </a:path>
                <a:path w="4638675" h="5162550">
                  <a:moveTo>
                    <a:pt x="2097817" y="570864"/>
                  </a:moveTo>
                  <a:lnTo>
                    <a:pt x="1867312" y="570864"/>
                  </a:lnTo>
                  <a:lnTo>
                    <a:pt x="1822230" y="575431"/>
                  </a:lnTo>
                  <a:lnTo>
                    <a:pt x="1779017" y="588797"/>
                  </a:lnTo>
                  <a:lnTo>
                    <a:pt x="1738233" y="610463"/>
                  </a:lnTo>
                  <a:lnTo>
                    <a:pt x="1700442" y="639929"/>
                  </a:lnTo>
                  <a:lnTo>
                    <a:pt x="1666206" y="676695"/>
                  </a:lnTo>
                  <a:lnTo>
                    <a:pt x="1636086" y="720261"/>
                  </a:lnTo>
                  <a:lnTo>
                    <a:pt x="1610645" y="770127"/>
                  </a:lnTo>
                  <a:lnTo>
                    <a:pt x="1167542" y="1793366"/>
                  </a:lnTo>
                  <a:lnTo>
                    <a:pt x="1187685" y="1804481"/>
                  </a:lnTo>
                  <a:lnTo>
                    <a:pt x="1194506" y="1806676"/>
                  </a:lnTo>
                  <a:lnTo>
                    <a:pt x="1201674" y="1808305"/>
                  </a:lnTo>
                  <a:lnTo>
                    <a:pt x="1208984" y="1809291"/>
                  </a:lnTo>
                  <a:lnTo>
                    <a:pt x="1216437" y="1809623"/>
                  </a:lnTo>
                  <a:lnTo>
                    <a:pt x="1830990" y="1809623"/>
                  </a:lnTo>
                  <a:lnTo>
                    <a:pt x="1885584" y="1789731"/>
                  </a:lnTo>
                  <a:lnTo>
                    <a:pt x="1925224" y="1735454"/>
                  </a:lnTo>
                  <a:lnTo>
                    <a:pt x="2233326" y="1027176"/>
                  </a:lnTo>
                  <a:lnTo>
                    <a:pt x="2248185" y="954833"/>
                  </a:lnTo>
                  <a:lnTo>
                    <a:pt x="2244470" y="917465"/>
                  </a:lnTo>
                  <a:lnTo>
                    <a:pt x="2233367" y="882523"/>
                  </a:lnTo>
                  <a:lnTo>
                    <a:pt x="2097817" y="570864"/>
                  </a:lnTo>
                  <a:close/>
                </a:path>
                <a:path w="4638675" h="5162550">
                  <a:moveTo>
                    <a:pt x="1990742" y="109347"/>
                  </a:moveTo>
                  <a:lnTo>
                    <a:pt x="1833911" y="109347"/>
                  </a:lnTo>
                  <a:lnTo>
                    <a:pt x="1862318" y="114490"/>
                  </a:lnTo>
                  <a:lnTo>
                    <a:pt x="1888569" y="129254"/>
                  </a:lnTo>
                  <a:lnTo>
                    <a:pt x="1911082" y="152638"/>
                  </a:lnTo>
                  <a:lnTo>
                    <a:pt x="1928272" y="183641"/>
                  </a:lnTo>
                  <a:lnTo>
                    <a:pt x="2092102" y="560577"/>
                  </a:lnTo>
                  <a:lnTo>
                    <a:pt x="2186971" y="560577"/>
                  </a:lnTo>
                  <a:lnTo>
                    <a:pt x="2166016" y="512190"/>
                  </a:lnTo>
                  <a:lnTo>
                    <a:pt x="1990742" y="109347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2775" y="1971675"/>
              <a:ext cx="3200400" cy="3429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90">
                <a:solidFill>
                  <a:srgbClr val="1F487C"/>
                </a:solidFill>
              </a:rPr>
              <a:t>SMART</a:t>
            </a:r>
            <a:r>
              <a:rPr dirty="0" sz="3950" spc="100">
                <a:solidFill>
                  <a:srgbClr val="1F487C"/>
                </a:solidFill>
              </a:rPr>
              <a:t> </a:t>
            </a:r>
            <a:r>
              <a:rPr dirty="0" sz="3950" spc="120">
                <a:solidFill>
                  <a:srgbClr val="1F487C"/>
                </a:solidFill>
              </a:rPr>
              <a:t>INDIA</a:t>
            </a:r>
            <a:r>
              <a:rPr dirty="0" sz="3950" spc="75">
                <a:solidFill>
                  <a:srgbClr val="1F487C"/>
                </a:solidFill>
              </a:rPr>
              <a:t> </a:t>
            </a:r>
            <a:r>
              <a:rPr dirty="0" sz="3950">
                <a:solidFill>
                  <a:srgbClr val="1F487C"/>
                </a:solidFill>
              </a:rPr>
              <a:t>HACKATHON</a:t>
            </a:r>
            <a:r>
              <a:rPr dirty="0" sz="3950" spc="90">
                <a:solidFill>
                  <a:srgbClr val="1F487C"/>
                </a:solidFill>
              </a:rPr>
              <a:t> </a:t>
            </a:r>
            <a:r>
              <a:rPr dirty="0" sz="3950" spc="-20">
                <a:solidFill>
                  <a:srgbClr val="1F487C"/>
                </a:solidFill>
              </a:rPr>
              <a:t>2025</a:t>
            </a:r>
            <a:endParaRPr sz="3950"/>
          </a:p>
        </p:txBody>
      </p:sp>
      <p:sp>
        <p:nvSpPr>
          <p:cNvPr id="6" name="object 6" descr=""/>
          <p:cNvSpPr txBox="1"/>
          <p:nvPr/>
        </p:nvSpPr>
        <p:spPr>
          <a:xfrm>
            <a:off x="358140" y="930274"/>
            <a:ext cx="6394450" cy="54241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35729">
              <a:lnSpc>
                <a:spcPct val="100000"/>
              </a:lnSpc>
              <a:spcBef>
                <a:spcPts val="130"/>
              </a:spcBef>
            </a:pPr>
            <a:r>
              <a:rPr dirty="0" sz="3200" b="1">
                <a:latin typeface="Times New Roman"/>
                <a:cs typeface="Times New Roman"/>
              </a:rPr>
              <a:t>TITLE</a:t>
            </a:r>
            <a:r>
              <a:rPr dirty="0" sz="3200" spc="-120" b="1">
                <a:latin typeface="Times New Roman"/>
                <a:cs typeface="Times New Roman"/>
              </a:rPr>
              <a:t> </a:t>
            </a:r>
            <a:r>
              <a:rPr dirty="0" sz="3200" spc="-20" b="1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8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ID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-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25022</a:t>
            </a:r>
            <a:endParaRPr sz="2000">
              <a:latin typeface="Arial"/>
              <a:cs typeface="Arial"/>
            </a:endParaRPr>
          </a:p>
          <a:p>
            <a:pPr algn="just" marL="295275" marR="240029" indent="-283210">
              <a:lnSpc>
                <a:spcPts val="4810"/>
              </a:lnSpc>
              <a:spcBef>
                <a:spcPts val="55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25" b="1">
                <a:latin typeface="Arial"/>
                <a:cs typeface="Arial"/>
              </a:rPr>
              <a:t> 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15" b="1">
                <a:latin typeface="Arial"/>
                <a:cs typeface="Arial"/>
              </a:rPr>
              <a:t>  </a:t>
            </a:r>
            <a:r>
              <a:rPr dirty="0" sz="2000" b="1">
                <a:latin typeface="Arial"/>
                <a:cs typeface="Arial"/>
              </a:rPr>
              <a:t>Title</a:t>
            </a:r>
            <a:r>
              <a:rPr dirty="0" sz="2000" spc="-5" b="1">
                <a:latin typeface="Arial"/>
                <a:cs typeface="Arial"/>
              </a:rPr>
              <a:t>  </a:t>
            </a:r>
            <a:r>
              <a:rPr dirty="0" sz="2000" b="1">
                <a:latin typeface="Arial"/>
                <a:cs typeface="Arial"/>
              </a:rPr>
              <a:t>-</a:t>
            </a:r>
            <a:r>
              <a:rPr dirty="0" sz="2000" spc="-15" b="1">
                <a:latin typeface="Arial"/>
                <a:cs typeface="Arial"/>
              </a:rPr>
              <a:t>  </a:t>
            </a:r>
            <a:r>
              <a:rPr dirty="0" sz="2000" b="1">
                <a:latin typeface="Arial"/>
                <a:cs typeface="Arial"/>
              </a:rPr>
              <a:t>Maximizing</a:t>
            </a:r>
            <a:r>
              <a:rPr dirty="0" sz="2000" spc="-15" b="1">
                <a:latin typeface="Arial"/>
                <a:cs typeface="Arial"/>
              </a:rPr>
              <a:t>  </a:t>
            </a:r>
            <a:r>
              <a:rPr dirty="0" sz="2000" spc="-10" b="1">
                <a:latin typeface="Arial"/>
                <a:cs typeface="Arial"/>
              </a:rPr>
              <a:t>Section </a:t>
            </a:r>
            <a:r>
              <a:rPr dirty="0" sz="2000" spc="-10" b="1">
                <a:latin typeface="Arial"/>
                <a:cs typeface="Arial"/>
              </a:rPr>
              <a:t>	</a:t>
            </a:r>
            <a:r>
              <a:rPr dirty="0" sz="2000" b="1">
                <a:latin typeface="Arial"/>
                <a:cs typeface="Arial"/>
              </a:rPr>
              <a:t>Throughput</a:t>
            </a:r>
            <a:r>
              <a:rPr dirty="0" sz="2000" spc="215" b="1">
                <a:latin typeface="Arial"/>
                <a:cs typeface="Arial"/>
              </a:rPr>
              <a:t>  </a:t>
            </a:r>
            <a:r>
              <a:rPr dirty="0" sz="2000" b="1">
                <a:latin typeface="Arial"/>
                <a:cs typeface="Arial"/>
              </a:rPr>
              <a:t>Using</a:t>
            </a:r>
            <a:r>
              <a:rPr dirty="0" sz="2000" spc="210" b="1">
                <a:latin typeface="Arial"/>
                <a:cs typeface="Arial"/>
              </a:rPr>
              <a:t>  </a:t>
            </a:r>
            <a:r>
              <a:rPr dirty="0" sz="2000" spc="-10" b="1">
                <a:latin typeface="Arial"/>
                <a:cs typeface="Arial"/>
              </a:rPr>
              <a:t>AI-</a:t>
            </a:r>
            <a:r>
              <a:rPr dirty="0" sz="2000" b="1">
                <a:latin typeface="Arial"/>
                <a:cs typeface="Arial"/>
              </a:rPr>
              <a:t>Powered</a:t>
            </a:r>
            <a:r>
              <a:rPr dirty="0" sz="2000" spc="204" b="1">
                <a:latin typeface="Arial"/>
                <a:cs typeface="Arial"/>
              </a:rPr>
              <a:t>  </a:t>
            </a:r>
            <a:r>
              <a:rPr dirty="0" sz="2000" b="1">
                <a:latin typeface="Arial"/>
                <a:cs typeface="Arial"/>
              </a:rPr>
              <a:t>Precise</a:t>
            </a:r>
            <a:r>
              <a:rPr dirty="0" sz="2000" spc="215" b="1">
                <a:latin typeface="Arial"/>
                <a:cs typeface="Arial"/>
              </a:rPr>
              <a:t>  </a:t>
            </a:r>
            <a:r>
              <a:rPr dirty="0" sz="2000" spc="-10" b="1">
                <a:latin typeface="Arial"/>
                <a:cs typeface="Arial"/>
              </a:rPr>
              <a:t>Train 	Traffic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Control.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839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Theme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-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Transportation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Logistics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PS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Category-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Software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20" b="1">
                <a:latin typeface="Arial"/>
                <a:cs typeface="Arial"/>
              </a:rPr>
              <a:t>Team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ID-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50575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20" b="1">
                <a:latin typeface="Arial"/>
                <a:cs typeface="Arial"/>
              </a:rPr>
              <a:t>Team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Name-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14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Avalanche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39325" y="9525"/>
            <a:ext cx="2209800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106" rIns="0" bIns="0" rtlCol="0" vert="horz">
            <a:spAutoFit/>
          </a:bodyPr>
          <a:lstStyle/>
          <a:p>
            <a:pPr marL="1624965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dirty="0" spc="-75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04787" y="176276"/>
            <a:ext cx="1677035" cy="800100"/>
          </a:xfrm>
          <a:custGeom>
            <a:avLst/>
            <a:gdLst/>
            <a:ahLst/>
            <a:cxnLst/>
            <a:rect l="l" t="t" r="r" b="b"/>
            <a:pathLst>
              <a:path w="1677035" h="800100">
                <a:moveTo>
                  <a:pt x="0" y="400050"/>
                </a:moveTo>
                <a:lnTo>
                  <a:pt x="9088" y="340924"/>
                </a:lnTo>
                <a:lnTo>
                  <a:pt x="35488" y="284496"/>
                </a:lnTo>
                <a:lnTo>
                  <a:pt x="77903" y="231382"/>
                </a:lnTo>
                <a:lnTo>
                  <a:pt x="135038" y="182201"/>
                </a:lnTo>
                <a:lnTo>
                  <a:pt x="168720" y="159279"/>
                </a:lnTo>
                <a:lnTo>
                  <a:pt x="205595" y="137572"/>
                </a:lnTo>
                <a:lnTo>
                  <a:pt x="245502" y="117157"/>
                </a:lnTo>
                <a:lnTo>
                  <a:pt x="288278" y="98112"/>
                </a:lnTo>
                <a:lnTo>
                  <a:pt x="333761" y="80514"/>
                </a:lnTo>
                <a:lnTo>
                  <a:pt x="381790" y="64440"/>
                </a:lnTo>
                <a:lnTo>
                  <a:pt x="432201" y="49968"/>
                </a:lnTo>
                <a:lnTo>
                  <a:pt x="484834" y="37175"/>
                </a:lnTo>
                <a:lnTo>
                  <a:pt x="539526" y="26138"/>
                </a:lnTo>
                <a:lnTo>
                  <a:pt x="596115" y="16934"/>
                </a:lnTo>
                <a:lnTo>
                  <a:pt x="654439" y="9641"/>
                </a:lnTo>
                <a:lnTo>
                  <a:pt x="714336" y="4336"/>
                </a:lnTo>
                <a:lnTo>
                  <a:pt x="775643" y="1097"/>
                </a:lnTo>
                <a:lnTo>
                  <a:pt x="838200" y="0"/>
                </a:lnTo>
                <a:lnTo>
                  <a:pt x="900762" y="1097"/>
                </a:lnTo>
                <a:lnTo>
                  <a:pt x="962076" y="4336"/>
                </a:lnTo>
                <a:lnTo>
                  <a:pt x="1021979" y="9641"/>
                </a:lnTo>
                <a:lnTo>
                  <a:pt x="1080308" y="16934"/>
                </a:lnTo>
                <a:lnTo>
                  <a:pt x="1136902" y="26138"/>
                </a:lnTo>
                <a:lnTo>
                  <a:pt x="1191598" y="37175"/>
                </a:lnTo>
                <a:lnTo>
                  <a:pt x="1244235" y="49968"/>
                </a:lnTo>
                <a:lnTo>
                  <a:pt x="1294651" y="64440"/>
                </a:lnTo>
                <a:lnTo>
                  <a:pt x="1342683" y="80514"/>
                </a:lnTo>
                <a:lnTo>
                  <a:pt x="1388169" y="98112"/>
                </a:lnTo>
                <a:lnTo>
                  <a:pt x="1430948" y="117157"/>
                </a:lnTo>
                <a:lnTo>
                  <a:pt x="1470857" y="137572"/>
                </a:lnTo>
                <a:lnTo>
                  <a:pt x="1507735" y="159279"/>
                </a:lnTo>
                <a:lnTo>
                  <a:pt x="1541418" y="182201"/>
                </a:lnTo>
                <a:lnTo>
                  <a:pt x="1571746" y="206261"/>
                </a:lnTo>
                <a:lnTo>
                  <a:pt x="1621685" y="257486"/>
                </a:lnTo>
                <a:lnTo>
                  <a:pt x="1656257" y="312334"/>
                </a:lnTo>
                <a:lnTo>
                  <a:pt x="1674164" y="370189"/>
                </a:lnTo>
                <a:lnTo>
                  <a:pt x="1676463" y="400050"/>
                </a:lnTo>
                <a:lnTo>
                  <a:pt x="1674164" y="429895"/>
                </a:lnTo>
                <a:lnTo>
                  <a:pt x="1656257" y="487726"/>
                </a:lnTo>
                <a:lnTo>
                  <a:pt x="1621685" y="542561"/>
                </a:lnTo>
                <a:lnTo>
                  <a:pt x="1571746" y="593781"/>
                </a:lnTo>
                <a:lnTo>
                  <a:pt x="1541418" y="617842"/>
                </a:lnTo>
                <a:lnTo>
                  <a:pt x="1507735" y="640766"/>
                </a:lnTo>
                <a:lnTo>
                  <a:pt x="1470857" y="662476"/>
                </a:lnTo>
                <a:lnTo>
                  <a:pt x="1430948" y="682894"/>
                </a:lnTo>
                <a:lnTo>
                  <a:pt x="1388169" y="701944"/>
                </a:lnTo>
                <a:lnTo>
                  <a:pt x="1342683" y="719547"/>
                </a:lnTo>
                <a:lnTo>
                  <a:pt x="1294651" y="735627"/>
                </a:lnTo>
                <a:lnTo>
                  <a:pt x="1244235" y="750105"/>
                </a:lnTo>
                <a:lnTo>
                  <a:pt x="1191598" y="762903"/>
                </a:lnTo>
                <a:lnTo>
                  <a:pt x="1136902" y="773946"/>
                </a:lnTo>
                <a:lnTo>
                  <a:pt x="1080308" y="783155"/>
                </a:lnTo>
                <a:lnTo>
                  <a:pt x="1021979" y="790452"/>
                </a:lnTo>
                <a:lnTo>
                  <a:pt x="962076" y="795760"/>
                </a:lnTo>
                <a:lnTo>
                  <a:pt x="900762" y="799002"/>
                </a:lnTo>
                <a:lnTo>
                  <a:pt x="838200" y="800100"/>
                </a:lnTo>
                <a:lnTo>
                  <a:pt x="775643" y="799002"/>
                </a:lnTo>
                <a:lnTo>
                  <a:pt x="714336" y="795760"/>
                </a:lnTo>
                <a:lnTo>
                  <a:pt x="654439" y="790452"/>
                </a:lnTo>
                <a:lnTo>
                  <a:pt x="596115" y="783155"/>
                </a:lnTo>
                <a:lnTo>
                  <a:pt x="539526" y="773946"/>
                </a:lnTo>
                <a:lnTo>
                  <a:pt x="484834" y="762903"/>
                </a:lnTo>
                <a:lnTo>
                  <a:pt x="432201" y="750105"/>
                </a:lnTo>
                <a:lnTo>
                  <a:pt x="381790" y="735627"/>
                </a:lnTo>
                <a:lnTo>
                  <a:pt x="333761" y="719547"/>
                </a:lnTo>
                <a:lnTo>
                  <a:pt x="288278" y="701944"/>
                </a:lnTo>
                <a:lnTo>
                  <a:pt x="245502" y="682894"/>
                </a:lnTo>
                <a:lnTo>
                  <a:pt x="205595" y="662476"/>
                </a:lnTo>
                <a:lnTo>
                  <a:pt x="168720" y="640766"/>
                </a:lnTo>
                <a:lnTo>
                  <a:pt x="135038" y="617842"/>
                </a:lnTo>
                <a:lnTo>
                  <a:pt x="104712" y="593781"/>
                </a:lnTo>
                <a:lnTo>
                  <a:pt x="54775" y="542561"/>
                </a:lnTo>
                <a:lnTo>
                  <a:pt x="20205" y="487726"/>
                </a:lnTo>
                <a:lnTo>
                  <a:pt x="2299" y="429895"/>
                </a:lnTo>
                <a:lnTo>
                  <a:pt x="0" y="40005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48322" y="265747"/>
            <a:ext cx="97726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302895">
              <a:lnSpc>
                <a:spcPct val="100800"/>
              </a:lnSpc>
              <a:spcBef>
                <a:spcPts val="85"/>
              </a:spcBef>
            </a:pP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20">
                <a:latin typeface="Calibri"/>
                <a:cs typeface="Calibri"/>
              </a:rPr>
              <a:t>Avalanche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742" y="118234"/>
            <a:ext cx="2160964" cy="10017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9361" y="1295400"/>
            <a:ext cx="4916412" cy="494347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7177" y="1096581"/>
            <a:ext cx="7206615" cy="4973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8450" algn="l"/>
              </a:tabLst>
            </a:pPr>
            <a:r>
              <a:rPr dirty="0" u="sng" sz="180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RailAnukriti:</a:t>
            </a:r>
            <a:r>
              <a:rPr dirty="0" u="sng" sz="1800" spc="-114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AI-</a:t>
            </a:r>
            <a:r>
              <a:rPr dirty="0" u="sng" sz="180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Powered</a:t>
            </a:r>
            <a:r>
              <a:rPr dirty="0" u="sng" sz="1800" spc="-25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Smart</a:t>
            </a:r>
            <a:r>
              <a:rPr dirty="0" u="sng" sz="1800" spc="-105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Train</a:t>
            </a:r>
            <a:r>
              <a:rPr dirty="0" u="sng" sz="1800" spc="-9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Traffic</a:t>
            </a:r>
            <a:r>
              <a:rPr dirty="0" u="sng" sz="1800" spc="-6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Optimizer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Char char="•"/>
              <a:tabLst>
                <a:tab pos="355600" algn="l"/>
              </a:tabLst>
            </a:pPr>
            <a:r>
              <a:rPr dirty="0" sz="1800" spc="-10">
                <a:latin typeface="Arial MT"/>
                <a:cs typeface="Arial MT"/>
              </a:rPr>
              <a:t>Decision-</a:t>
            </a:r>
            <a:r>
              <a:rPr dirty="0" sz="1800">
                <a:latin typeface="Arial MT"/>
                <a:cs typeface="Arial MT"/>
              </a:rPr>
              <a:t>Support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digital </a:t>
            </a:r>
            <a:r>
              <a:rPr dirty="0" sz="1800" spc="-10">
                <a:latin typeface="Arial MT"/>
                <a:cs typeface="Arial MT"/>
              </a:rPr>
              <a:t>co-</a:t>
            </a:r>
            <a:r>
              <a:rPr dirty="0" sz="1800">
                <a:latin typeface="Arial MT"/>
                <a:cs typeface="Arial MT"/>
              </a:rPr>
              <a:t>pilot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section </a:t>
            </a:r>
            <a:r>
              <a:rPr dirty="0" sz="1800" spc="-10">
                <a:latin typeface="Arial MT"/>
                <a:cs typeface="Arial MT"/>
              </a:rPr>
              <a:t>controllers.</a:t>
            </a:r>
            <a:endParaRPr sz="1800">
              <a:latin typeface="Arial MT"/>
              <a:cs typeface="Arial MT"/>
            </a:endParaRPr>
          </a:p>
          <a:p>
            <a:pPr marL="355600" marR="807720" indent="-343535">
              <a:lnSpc>
                <a:spcPct val="100800"/>
              </a:lnSpc>
              <a:buChar char="•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Hybrid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(RL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+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+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GNNs)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real-time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train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precedence, </a:t>
            </a:r>
            <a:r>
              <a:rPr dirty="0" sz="1800">
                <a:latin typeface="Arial MT"/>
                <a:cs typeface="Arial MT"/>
              </a:rPr>
              <a:t>crossings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platform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allocation.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ts val="2130"/>
              </a:lnSpc>
              <a:spcBef>
                <a:spcPts val="20"/>
              </a:spcBef>
              <a:buChar char="•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Digital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Twin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safe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simulation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disruption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handling.</a:t>
            </a:r>
            <a:endParaRPr sz="1800">
              <a:latin typeface="Arial MT"/>
              <a:cs typeface="Arial MT"/>
            </a:endParaRPr>
          </a:p>
          <a:p>
            <a:pPr marL="355600" marR="917575" indent="-343535">
              <a:lnSpc>
                <a:spcPts val="2180"/>
              </a:lnSpc>
              <a:spcBef>
                <a:spcPts val="25"/>
              </a:spcBef>
              <a:buChar char="•"/>
              <a:tabLst>
                <a:tab pos="355600" algn="l"/>
              </a:tabLst>
            </a:pPr>
            <a:r>
              <a:rPr dirty="0" sz="1800" spc="-10">
                <a:latin typeface="Arial MT"/>
                <a:cs typeface="Arial MT"/>
              </a:rPr>
              <a:t>Explainable</a:t>
            </a:r>
            <a:r>
              <a:rPr dirty="0" sz="1800" spc="-1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AI: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recommendations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why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how,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building </a:t>
            </a:r>
            <a:r>
              <a:rPr dirty="0" sz="1800">
                <a:latin typeface="Arial MT"/>
                <a:cs typeface="Arial MT"/>
              </a:rPr>
              <a:t>controller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trust.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ts val="2100"/>
              </a:lnSpc>
              <a:buChar char="•"/>
              <a:tabLst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Adaptive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learning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human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overrides,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delays,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past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dirty="0" sz="1800" spc="-10">
                <a:latin typeface="Arial MT"/>
                <a:cs typeface="Arial MT"/>
              </a:rPr>
              <a:t>disruptions.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"/>
              <a:tabLst>
                <a:tab pos="298450" algn="l"/>
              </a:tabLst>
            </a:pPr>
            <a:r>
              <a:rPr dirty="0" u="sng" sz="180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Innovation</a:t>
            </a:r>
            <a:r>
              <a:rPr dirty="0" u="sng" sz="1800" spc="-4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1800" spc="-10" b="1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Uniqueness:</a:t>
            </a:r>
            <a:endParaRPr sz="1800">
              <a:latin typeface="Arial"/>
              <a:cs typeface="Arial"/>
            </a:endParaRPr>
          </a:p>
          <a:p>
            <a:pPr marL="298450" marR="376555" indent="-286385">
              <a:lnSpc>
                <a:spcPct val="100800"/>
              </a:lnSpc>
              <a:buChar char="•"/>
              <a:tabLst>
                <a:tab pos="298450" algn="l"/>
              </a:tabLst>
            </a:pPr>
            <a:r>
              <a:rPr dirty="0" sz="1800">
                <a:latin typeface="Arial MT"/>
                <a:cs typeface="Arial MT"/>
              </a:rPr>
              <a:t>Hybrid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Intelligence: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Deep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RL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+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Constraint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Programming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+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Graph </a:t>
            </a:r>
            <a:r>
              <a:rPr dirty="0" sz="1800">
                <a:latin typeface="Arial MT"/>
                <a:cs typeface="Arial MT"/>
              </a:rPr>
              <a:t>Neural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Networks.</a:t>
            </a:r>
            <a:endParaRPr sz="1800">
              <a:latin typeface="Arial MT"/>
              <a:cs typeface="Arial MT"/>
            </a:endParaRPr>
          </a:p>
          <a:p>
            <a:pPr marL="298450" marR="488950" indent="-286385">
              <a:lnSpc>
                <a:spcPct val="100800"/>
              </a:lnSpc>
              <a:spcBef>
                <a:spcPts val="5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 MT"/>
                <a:cs typeface="Arial MT"/>
              </a:rPr>
              <a:t>Generative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AI-</a:t>
            </a:r>
            <a:r>
              <a:rPr dirty="0" sz="1800">
                <a:latin typeface="Arial MT"/>
                <a:cs typeface="Arial MT"/>
              </a:rPr>
              <a:t>powered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Scenario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Assistant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simulate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alternate plans.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ts val="2105"/>
              </a:lnSpc>
              <a:buChar char="•"/>
              <a:tabLst>
                <a:tab pos="298450" algn="l"/>
              </a:tabLst>
            </a:pPr>
            <a:r>
              <a:rPr dirty="0" sz="1800" spc="-10">
                <a:latin typeface="Arial MT"/>
                <a:cs typeface="Arial MT"/>
              </a:rPr>
              <a:t>Human-in-the-loop: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supports,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controllers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decide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→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ensures</a:t>
            </a:r>
            <a:endParaRPr sz="180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latin typeface="Arial MT"/>
                <a:cs typeface="Arial MT"/>
              </a:rPr>
              <a:t>adoption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trust.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 MT"/>
                <a:cs typeface="Arial MT"/>
              </a:rPr>
              <a:t>Edge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+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Cloud</a:t>
            </a:r>
            <a:r>
              <a:rPr dirty="0" sz="1800" spc="-1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&lt;1s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responsiveness.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7228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TECHNICAL</a:t>
            </a:r>
            <a:r>
              <a:rPr dirty="0" spc="-420"/>
              <a:t> </a:t>
            </a:r>
            <a:r>
              <a:rPr dirty="0" spc="-1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742" y="118234"/>
            <a:ext cx="2160964" cy="1001781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204787" y="176276"/>
            <a:ext cx="1677035" cy="800100"/>
          </a:xfrm>
          <a:custGeom>
            <a:avLst/>
            <a:gdLst/>
            <a:ahLst/>
            <a:cxnLst/>
            <a:rect l="l" t="t" r="r" b="b"/>
            <a:pathLst>
              <a:path w="1677035" h="800100">
                <a:moveTo>
                  <a:pt x="0" y="400050"/>
                </a:moveTo>
                <a:lnTo>
                  <a:pt x="9088" y="340924"/>
                </a:lnTo>
                <a:lnTo>
                  <a:pt x="35488" y="284496"/>
                </a:lnTo>
                <a:lnTo>
                  <a:pt x="77903" y="231382"/>
                </a:lnTo>
                <a:lnTo>
                  <a:pt x="135038" y="182201"/>
                </a:lnTo>
                <a:lnTo>
                  <a:pt x="168720" y="159279"/>
                </a:lnTo>
                <a:lnTo>
                  <a:pt x="205595" y="137572"/>
                </a:lnTo>
                <a:lnTo>
                  <a:pt x="245502" y="117157"/>
                </a:lnTo>
                <a:lnTo>
                  <a:pt x="288278" y="98112"/>
                </a:lnTo>
                <a:lnTo>
                  <a:pt x="333761" y="80514"/>
                </a:lnTo>
                <a:lnTo>
                  <a:pt x="381790" y="64440"/>
                </a:lnTo>
                <a:lnTo>
                  <a:pt x="432201" y="49968"/>
                </a:lnTo>
                <a:lnTo>
                  <a:pt x="484834" y="37175"/>
                </a:lnTo>
                <a:lnTo>
                  <a:pt x="539526" y="26138"/>
                </a:lnTo>
                <a:lnTo>
                  <a:pt x="596115" y="16934"/>
                </a:lnTo>
                <a:lnTo>
                  <a:pt x="654439" y="9641"/>
                </a:lnTo>
                <a:lnTo>
                  <a:pt x="714336" y="4336"/>
                </a:lnTo>
                <a:lnTo>
                  <a:pt x="775643" y="1097"/>
                </a:lnTo>
                <a:lnTo>
                  <a:pt x="838200" y="0"/>
                </a:lnTo>
                <a:lnTo>
                  <a:pt x="900762" y="1097"/>
                </a:lnTo>
                <a:lnTo>
                  <a:pt x="962076" y="4336"/>
                </a:lnTo>
                <a:lnTo>
                  <a:pt x="1021979" y="9641"/>
                </a:lnTo>
                <a:lnTo>
                  <a:pt x="1080308" y="16934"/>
                </a:lnTo>
                <a:lnTo>
                  <a:pt x="1136902" y="26138"/>
                </a:lnTo>
                <a:lnTo>
                  <a:pt x="1191598" y="37175"/>
                </a:lnTo>
                <a:lnTo>
                  <a:pt x="1244235" y="49968"/>
                </a:lnTo>
                <a:lnTo>
                  <a:pt x="1294651" y="64440"/>
                </a:lnTo>
                <a:lnTo>
                  <a:pt x="1342683" y="80514"/>
                </a:lnTo>
                <a:lnTo>
                  <a:pt x="1388169" y="98112"/>
                </a:lnTo>
                <a:lnTo>
                  <a:pt x="1430948" y="117157"/>
                </a:lnTo>
                <a:lnTo>
                  <a:pt x="1470857" y="137572"/>
                </a:lnTo>
                <a:lnTo>
                  <a:pt x="1507735" y="159279"/>
                </a:lnTo>
                <a:lnTo>
                  <a:pt x="1541418" y="182201"/>
                </a:lnTo>
                <a:lnTo>
                  <a:pt x="1571746" y="206261"/>
                </a:lnTo>
                <a:lnTo>
                  <a:pt x="1621685" y="257486"/>
                </a:lnTo>
                <a:lnTo>
                  <a:pt x="1656257" y="312334"/>
                </a:lnTo>
                <a:lnTo>
                  <a:pt x="1674164" y="370189"/>
                </a:lnTo>
                <a:lnTo>
                  <a:pt x="1676463" y="400050"/>
                </a:lnTo>
                <a:lnTo>
                  <a:pt x="1674164" y="429895"/>
                </a:lnTo>
                <a:lnTo>
                  <a:pt x="1656257" y="487726"/>
                </a:lnTo>
                <a:lnTo>
                  <a:pt x="1621685" y="542561"/>
                </a:lnTo>
                <a:lnTo>
                  <a:pt x="1571746" y="593781"/>
                </a:lnTo>
                <a:lnTo>
                  <a:pt x="1541418" y="617842"/>
                </a:lnTo>
                <a:lnTo>
                  <a:pt x="1507735" y="640766"/>
                </a:lnTo>
                <a:lnTo>
                  <a:pt x="1470857" y="662476"/>
                </a:lnTo>
                <a:lnTo>
                  <a:pt x="1430948" y="682894"/>
                </a:lnTo>
                <a:lnTo>
                  <a:pt x="1388169" y="701944"/>
                </a:lnTo>
                <a:lnTo>
                  <a:pt x="1342683" y="719547"/>
                </a:lnTo>
                <a:lnTo>
                  <a:pt x="1294651" y="735627"/>
                </a:lnTo>
                <a:lnTo>
                  <a:pt x="1244235" y="750105"/>
                </a:lnTo>
                <a:lnTo>
                  <a:pt x="1191598" y="762903"/>
                </a:lnTo>
                <a:lnTo>
                  <a:pt x="1136902" y="773946"/>
                </a:lnTo>
                <a:lnTo>
                  <a:pt x="1080308" y="783155"/>
                </a:lnTo>
                <a:lnTo>
                  <a:pt x="1021979" y="790452"/>
                </a:lnTo>
                <a:lnTo>
                  <a:pt x="962076" y="795760"/>
                </a:lnTo>
                <a:lnTo>
                  <a:pt x="900762" y="799002"/>
                </a:lnTo>
                <a:lnTo>
                  <a:pt x="838200" y="800100"/>
                </a:lnTo>
                <a:lnTo>
                  <a:pt x="775643" y="799002"/>
                </a:lnTo>
                <a:lnTo>
                  <a:pt x="714336" y="795760"/>
                </a:lnTo>
                <a:lnTo>
                  <a:pt x="654439" y="790452"/>
                </a:lnTo>
                <a:lnTo>
                  <a:pt x="596115" y="783155"/>
                </a:lnTo>
                <a:lnTo>
                  <a:pt x="539526" y="773946"/>
                </a:lnTo>
                <a:lnTo>
                  <a:pt x="484834" y="762903"/>
                </a:lnTo>
                <a:lnTo>
                  <a:pt x="432201" y="750105"/>
                </a:lnTo>
                <a:lnTo>
                  <a:pt x="381790" y="735627"/>
                </a:lnTo>
                <a:lnTo>
                  <a:pt x="333761" y="719547"/>
                </a:lnTo>
                <a:lnTo>
                  <a:pt x="288278" y="701944"/>
                </a:lnTo>
                <a:lnTo>
                  <a:pt x="245502" y="682894"/>
                </a:lnTo>
                <a:lnTo>
                  <a:pt x="205595" y="662476"/>
                </a:lnTo>
                <a:lnTo>
                  <a:pt x="168720" y="640766"/>
                </a:lnTo>
                <a:lnTo>
                  <a:pt x="135038" y="617842"/>
                </a:lnTo>
                <a:lnTo>
                  <a:pt x="104712" y="593781"/>
                </a:lnTo>
                <a:lnTo>
                  <a:pt x="54775" y="542561"/>
                </a:lnTo>
                <a:lnTo>
                  <a:pt x="20205" y="487726"/>
                </a:lnTo>
                <a:lnTo>
                  <a:pt x="2299" y="429895"/>
                </a:lnTo>
                <a:lnTo>
                  <a:pt x="0" y="40005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48322" y="265747"/>
            <a:ext cx="97726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302895">
              <a:lnSpc>
                <a:spcPct val="100800"/>
              </a:lnSpc>
              <a:spcBef>
                <a:spcPts val="85"/>
              </a:spcBef>
            </a:pP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20">
                <a:latin typeface="Calibri"/>
                <a:cs typeface="Calibri"/>
              </a:rPr>
              <a:t>Avalanche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950" y="1181100"/>
            <a:ext cx="10744200" cy="5057775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18234"/>
            <a:ext cx="12192000" cy="6739890"/>
            <a:chOff x="0" y="118234"/>
            <a:chExt cx="12192000" cy="67398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63742" y="118234"/>
              <a:ext cx="2160964" cy="100178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7875" y="809624"/>
              <a:ext cx="7791450" cy="55435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0586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FEASIBILITY</a:t>
            </a:r>
            <a:r>
              <a:rPr dirty="0" spc="-35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VIABILITY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204787" y="176276"/>
            <a:ext cx="1677035" cy="800100"/>
          </a:xfrm>
          <a:custGeom>
            <a:avLst/>
            <a:gdLst/>
            <a:ahLst/>
            <a:cxnLst/>
            <a:rect l="l" t="t" r="r" b="b"/>
            <a:pathLst>
              <a:path w="1677035" h="800100">
                <a:moveTo>
                  <a:pt x="0" y="400050"/>
                </a:moveTo>
                <a:lnTo>
                  <a:pt x="9088" y="340924"/>
                </a:lnTo>
                <a:lnTo>
                  <a:pt x="35488" y="284496"/>
                </a:lnTo>
                <a:lnTo>
                  <a:pt x="77903" y="231382"/>
                </a:lnTo>
                <a:lnTo>
                  <a:pt x="135038" y="182201"/>
                </a:lnTo>
                <a:lnTo>
                  <a:pt x="168720" y="159279"/>
                </a:lnTo>
                <a:lnTo>
                  <a:pt x="205595" y="137572"/>
                </a:lnTo>
                <a:lnTo>
                  <a:pt x="245502" y="117157"/>
                </a:lnTo>
                <a:lnTo>
                  <a:pt x="288278" y="98112"/>
                </a:lnTo>
                <a:lnTo>
                  <a:pt x="333761" y="80514"/>
                </a:lnTo>
                <a:lnTo>
                  <a:pt x="381790" y="64440"/>
                </a:lnTo>
                <a:lnTo>
                  <a:pt x="432201" y="49968"/>
                </a:lnTo>
                <a:lnTo>
                  <a:pt x="484834" y="37175"/>
                </a:lnTo>
                <a:lnTo>
                  <a:pt x="539526" y="26138"/>
                </a:lnTo>
                <a:lnTo>
                  <a:pt x="596115" y="16934"/>
                </a:lnTo>
                <a:lnTo>
                  <a:pt x="654439" y="9641"/>
                </a:lnTo>
                <a:lnTo>
                  <a:pt x="714336" y="4336"/>
                </a:lnTo>
                <a:lnTo>
                  <a:pt x="775643" y="1097"/>
                </a:lnTo>
                <a:lnTo>
                  <a:pt x="838200" y="0"/>
                </a:lnTo>
                <a:lnTo>
                  <a:pt x="900762" y="1097"/>
                </a:lnTo>
                <a:lnTo>
                  <a:pt x="962076" y="4336"/>
                </a:lnTo>
                <a:lnTo>
                  <a:pt x="1021979" y="9641"/>
                </a:lnTo>
                <a:lnTo>
                  <a:pt x="1080308" y="16934"/>
                </a:lnTo>
                <a:lnTo>
                  <a:pt x="1136902" y="26138"/>
                </a:lnTo>
                <a:lnTo>
                  <a:pt x="1191598" y="37175"/>
                </a:lnTo>
                <a:lnTo>
                  <a:pt x="1244235" y="49968"/>
                </a:lnTo>
                <a:lnTo>
                  <a:pt x="1294651" y="64440"/>
                </a:lnTo>
                <a:lnTo>
                  <a:pt x="1342683" y="80514"/>
                </a:lnTo>
                <a:lnTo>
                  <a:pt x="1388169" y="98112"/>
                </a:lnTo>
                <a:lnTo>
                  <a:pt x="1430948" y="117157"/>
                </a:lnTo>
                <a:lnTo>
                  <a:pt x="1470857" y="137572"/>
                </a:lnTo>
                <a:lnTo>
                  <a:pt x="1507735" y="159279"/>
                </a:lnTo>
                <a:lnTo>
                  <a:pt x="1541418" y="182201"/>
                </a:lnTo>
                <a:lnTo>
                  <a:pt x="1571746" y="206261"/>
                </a:lnTo>
                <a:lnTo>
                  <a:pt x="1621685" y="257486"/>
                </a:lnTo>
                <a:lnTo>
                  <a:pt x="1656257" y="312334"/>
                </a:lnTo>
                <a:lnTo>
                  <a:pt x="1674164" y="370189"/>
                </a:lnTo>
                <a:lnTo>
                  <a:pt x="1676463" y="400050"/>
                </a:lnTo>
                <a:lnTo>
                  <a:pt x="1674164" y="429895"/>
                </a:lnTo>
                <a:lnTo>
                  <a:pt x="1656257" y="487726"/>
                </a:lnTo>
                <a:lnTo>
                  <a:pt x="1621685" y="542561"/>
                </a:lnTo>
                <a:lnTo>
                  <a:pt x="1571746" y="593781"/>
                </a:lnTo>
                <a:lnTo>
                  <a:pt x="1541418" y="617842"/>
                </a:lnTo>
                <a:lnTo>
                  <a:pt x="1507735" y="640766"/>
                </a:lnTo>
                <a:lnTo>
                  <a:pt x="1470857" y="662476"/>
                </a:lnTo>
                <a:lnTo>
                  <a:pt x="1430948" y="682894"/>
                </a:lnTo>
                <a:lnTo>
                  <a:pt x="1388169" y="701944"/>
                </a:lnTo>
                <a:lnTo>
                  <a:pt x="1342683" y="719547"/>
                </a:lnTo>
                <a:lnTo>
                  <a:pt x="1294651" y="735627"/>
                </a:lnTo>
                <a:lnTo>
                  <a:pt x="1244235" y="750105"/>
                </a:lnTo>
                <a:lnTo>
                  <a:pt x="1191598" y="762903"/>
                </a:lnTo>
                <a:lnTo>
                  <a:pt x="1136902" y="773946"/>
                </a:lnTo>
                <a:lnTo>
                  <a:pt x="1080308" y="783155"/>
                </a:lnTo>
                <a:lnTo>
                  <a:pt x="1021979" y="790452"/>
                </a:lnTo>
                <a:lnTo>
                  <a:pt x="962076" y="795760"/>
                </a:lnTo>
                <a:lnTo>
                  <a:pt x="900762" y="799002"/>
                </a:lnTo>
                <a:lnTo>
                  <a:pt x="838200" y="800100"/>
                </a:lnTo>
                <a:lnTo>
                  <a:pt x="775643" y="799002"/>
                </a:lnTo>
                <a:lnTo>
                  <a:pt x="714336" y="795760"/>
                </a:lnTo>
                <a:lnTo>
                  <a:pt x="654439" y="790452"/>
                </a:lnTo>
                <a:lnTo>
                  <a:pt x="596115" y="783155"/>
                </a:lnTo>
                <a:lnTo>
                  <a:pt x="539526" y="773946"/>
                </a:lnTo>
                <a:lnTo>
                  <a:pt x="484834" y="762903"/>
                </a:lnTo>
                <a:lnTo>
                  <a:pt x="432201" y="750105"/>
                </a:lnTo>
                <a:lnTo>
                  <a:pt x="381790" y="735627"/>
                </a:lnTo>
                <a:lnTo>
                  <a:pt x="333761" y="719547"/>
                </a:lnTo>
                <a:lnTo>
                  <a:pt x="288278" y="701944"/>
                </a:lnTo>
                <a:lnTo>
                  <a:pt x="245502" y="682894"/>
                </a:lnTo>
                <a:lnTo>
                  <a:pt x="205595" y="662476"/>
                </a:lnTo>
                <a:lnTo>
                  <a:pt x="168720" y="640766"/>
                </a:lnTo>
                <a:lnTo>
                  <a:pt x="135038" y="617842"/>
                </a:lnTo>
                <a:lnTo>
                  <a:pt x="104712" y="593781"/>
                </a:lnTo>
                <a:lnTo>
                  <a:pt x="54775" y="542561"/>
                </a:lnTo>
                <a:lnTo>
                  <a:pt x="20205" y="487726"/>
                </a:lnTo>
                <a:lnTo>
                  <a:pt x="2299" y="429895"/>
                </a:lnTo>
                <a:lnTo>
                  <a:pt x="0" y="40005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48322" y="265747"/>
            <a:ext cx="97726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302895">
              <a:lnSpc>
                <a:spcPct val="100800"/>
              </a:lnSpc>
              <a:spcBef>
                <a:spcPts val="85"/>
              </a:spcBef>
            </a:pP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20">
                <a:latin typeface="Calibri"/>
                <a:cs typeface="Calibri"/>
              </a:rPr>
              <a:t>Avalanche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850389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IMPACT</a:t>
            </a:r>
            <a:r>
              <a:rPr dirty="0" spc="-23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1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742" y="118234"/>
            <a:ext cx="2160964" cy="1001781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204787" y="176276"/>
            <a:ext cx="1677035" cy="800100"/>
          </a:xfrm>
          <a:custGeom>
            <a:avLst/>
            <a:gdLst/>
            <a:ahLst/>
            <a:cxnLst/>
            <a:rect l="l" t="t" r="r" b="b"/>
            <a:pathLst>
              <a:path w="1677035" h="800100">
                <a:moveTo>
                  <a:pt x="0" y="400050"/>
                </a:moveTo>
                <a:lnTo>
                  <a:pt x="9088" y="340924"/>
                </a:lnTo>
                <a:lnTo>
                  <a:pt x="35488" y="284496"/>
                </a:lnTo>
                <a:lnTo>
                  <a:pt x="77903" y="231382"/>
                </a:lnTo>
                <a:lnTo>
                  <a:pt x="135038" y="182201"/>
                </a:lnTo>
                <a:lnTo>
                  <a:pt x="168720" y="159279"/>
                </a:lnTo>
                <a:lnTo>
                  <a:pt x="205595" y="137572"/>
                </a:lnTo>
                <a:lnTo>
                  <a:pt x="245502" y="117157"/>
                </a:lnTo>
                <a:lnTo>
                  <a:pt x="288278" y="98112"/>
                </a:lnTo>
                <a:lnTo>
                  <a:pt x="333761" y="80514"/>
                </a:lnTo>
                <a:lnTo>
                  <a:pt x="381790" y="64440"/>
                </a:lnTo>
                <a:lnTo>
                  <a:pt x="432201" y="49968"/>
                </a:lnTo>
                <a:lnTo>
                  <a:pt x="484834" y="37175"/>
                </a:lnTo>
                <a:lnTo>
                  <a:pt x="539526" y="26138"/>
                </a:lnTo>
                <a:lnTo>
                  <a:pt x="596115" y="16934"/>
                </a:lnTo>
                <a:lnTo>
                  <a:pt x="654439" y="9641"/>
                </a:lnTo>
                <a:lnTo>
                  <a:pt x="714336" y="4336"/>
                </a:lnTo>
                <a:lnTo>
                  <a:pt x="775643" y="1097"/>
                </a:lnTo>
                <a:lnTo>
                  <a:pt x="838200" y="0"/>
                </a:lnTo>
                <a:lnTo>
                  <a:pt x="900762" y="1097"/>
                </a:lnTo>
                <a:lnTo>
                  <a:pt x="962076" y="4336"/>
                </a:lnTo>
                <a:lnTo>
                  <a:pt x="1021979" y="9641"/>
                </a:lnTo>
                <a:lnTo>
                  <a:pt x="1080308" y="16934"/>
                </a:lnTo>
                <a:lnTo>
                  <a:pt x="1136902" y="26138"/>
                </a:lnTo>
                <a:lnTo>
                  <a:pt x="1191598" y="37175"/>
                </a:lnTo>
                <a:lnTo>
                  <a:pt x="1244235" y="49968"/>
                </a:lnTo>
                <a:lnTo>
                  <a:pt x="1294651" y="64440"/>
                </a:lnTo>
                <a:lnTo>
                  <a:pt x="1342683" y="80514"/>
                </a:lnTo>
                <a:lnTo>
                  <a:pt x="1388169" y="98112"/>
                </a:lnTo>
                <a:lnTo>
                  <a:pt x="1430948" y="117157"/>
                </a:lnTo>
                <a:lnTo>
                  <a:pt x="1470857" y="137572"/>
                </a:lnTo>
                <a:lnTo>
                  <a:pt x="1507735" y="159279"/>
                </a:lnTo>
                <a:lnTo>
                  <a:pt x="1541418" y="182201"/>
                </a:lnTo>
                <a:lnTo>
                  <a:pt x="1571746" y="206261"/>
                </a:lnTo>
                <a:lnTo>
                  <a:pt x="1621685" y="257486"/>
                </a:lnTo>
                <a:lnTo>
                  <a:pt x="1656257" y="312334"/>
                </a:lnTo>
                <a:lnTo>
                  <a:pt x="1674164" y="370189"/>
                </a:lnTo>
                <a:lnTo>
                  <a:pt x="1676463" y="400050"/>
                </a:lnTo>
                <a:lnTo>
                  <a:pt x="1674164" y="429895"/>
                </a:lnTo>
                <a:lnTo>
                  <a:pt x="1656257" y="487726"/>
                </a:lnTo>
                <a:lnTo>
                  <a:pt x="1621685" y="542561"/>
                </a:lnTo>
                <a:lnTo>
                  <a:pt x="1571746" y="593781"/>
                </a:lnTo>
                <a:lnTo>
                  <a:pt x="1541418" y="617842"/>
                </a:lnTo>
                <a:lnTo>
                  <a:pt x="1507735" y="640766"/>
                </a:lnTo>
                <a:lnTo>
                  <a:pt x="1470857" y="662476"/>
                </a:lnTo>
                <a:lnTo>
                  <a:pt x="1430948" y="682894"/>
                </a:lnTo>
                <a:lnTo>
                  <a:pt x="1388169" y="701944"/>
                </a:lnTo>
                <a:lnTo>
                  <a:pt x="1342683" y="719547"/>
                </a:lnTo>
                <a:lnTo>
                  <a:pt x="1294651" y="735627"/>
                </a:lnTo>
                <a:lnTo>
                  <a:pt x="1244235" y="750105"/>
                </a:lnTo>
                <a:lnTo>
                  <a:pt x="1191598" y="762903"/>
                </a:lnTo>
                <a:lnTo>
                  <a:pt x="1136902" y="773946"/>
                </a:lnTo>
                <a:lnTo>
                  <a:pt x="1080308" y="783155"/>
                </a:lnTo>
                <a:lnTo>
                  <a:pt x="1021979" y="790452"/>
                </a:lnTo>
                <a:lnTo>
                  <a:pt x="962076" y="795760"/>
                </a:lnTo>
                <a:lnTo>
                  <a:pt x="900762" y="799002"/>
                </a:lnTo>
                <a:lnTo>
                  <a:pt x="838200" y="800100"/>
                </a:lnTo>
                <a:lnTo>
                  <a:pt x="775643" y="799002"/>
                </a:lnTo>
                <a:lnTo>
                  <a:pt x="714336" y="795760"/>
                </a:lnTo>
                <a:lnTo>
                  <a:pt x="654439" y="790452"/>
                </a:lnTo>
                <a:lnTo>
                  <a:pt x="596115" y="783155"/>
                </a:lnTo>
                <a:lnTo>
                  <a:pt x="539526" y="773946"/>
                </a:lnTo>
                <a:lnTo>
                  <a:pt x="484834" y="762903"/>
                </a:lnTo>
                <a:lnTo>
                  <a:pt x="432201" y="750105"/>
                </a:lnTo>
                <a:lnTo>
                  <a:pt x="381790" y="735627"/>
                </a:lnTo>
                <a:lnTo>
                  <a:pt x="333761" y="719547"/>
                </a:lnTo>
                <a:lnTo>
                  <a:pt x="288278" y="701944"/>
                </a:lnTo>
                <a:lnTo>
                  <a:pt x="245502" y="682894"/>
                </a:lnTo>
                <a:lnTo>
                  <a:pt x="205595" y="662476"/>
                </a:lnTo>
                <a:lnTo>
                  <a:pt x="168720" y="640766"/>
                </a:lnTo>
                <a:lnTo>
                  <a:pt x="135038" y="617842"/>
                </a:lnTo>
                <a:lnTo>
                  <a:pt x="104712" y="593781"/>
                </a:lnTo>
                <a:lnTo>
                  <a:pt x="54775" y="542561"/>
                </a:lnTo>
                <a:lnTo>
                  <a:pt x="20205" y="487726"/>
                </a:lnTo>
                <a:lnTo>
                  <a:pt x="2299" y="429895"/>
                </a:lnTo>
                <a:lnTo>
                  <a:pt x="0" y="40005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48322" y="265747"/>
            <a:ext cx="97726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302895">
              <a:lnSpc>
                <a:spcPct val="100800"/>
              </a:lnSpc>
              <a:spcBef>
                <a:spcPts val="85"/>
              </a:spcBef>
            </a:pP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20">
                <a:latin typeface="Calibri"/>
                <a:cs typeface="Calibri"/>
              </a:rPr>
              <a:t>Avalanche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771525"/>
            <a:ext cx="7448550" cy="5581650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60"/>
              <a:t> </a:t>
            </a:r>
            <a:r>
              <a:rPr dirty="0"/>
              <a:t>Idea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6401" y="254380"/>
            <a:ext cx="695007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56535" algn="l"/>
              </a:tabLst>
            </a:pPr>
            <a:r>
              <a:rPr dirty="0" spc="-10"/>
              <a:t>RESEARCH</a:t>
            </a:r>
            <a:r>
              <a:rPr dirty="0"/>
              <a:t>	AND</a:t>
            </a:r>
            <a:r>
              <a:rPr dirty="0" spc="-25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070" y="6434454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30496" y="6434454"/>
            <a:ext cx="2046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@SIH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Idea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submission-</a:t>
            </a:r>
            <a:r>
              <a:rPr dirty="0" sz="12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742" y="118234"/>
            <a:ext cx="2160964" cy="10017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3582" y="1435297"/>
            <a:ext cx="4177916" cy="423319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204787" y="176276"/>
            <a:ext cx="1677035" cy="800100"/>
          </a:xfrm>
          <a:custGeom>
            <a:avLst/>
            <a:gdLst/>
            <a:ahLst/>
            <a:cxnLst/>
            <a:rect l="l" t="t" r="r" b="b"/>
            <a:pathLst>
              <a:path w="1677035" h="800100">
                <a:moveTo>
                  <a:pt x="0" y="400050"/>
                </a:moveTo>
                <a:lnTo>
                  <a:pt x="9088" y="340924"/>
                </a:lnTo>
                <a:lnTo>
                  <a:pt x="35488" y="284496"/>
                </a:lnTo>
                <a:lnTo>
                  <a:pt x="77903" y="231382"/>
                </a:lnTo>
                <a:lnTo>
                  <a:pt x="135038" y="182201"/>
                </a:lnTo>
                <a:lnTo>
                  <a:pt x="168720" y="159279"/>
                </a:lnTo>
                <a:lnTo>
                  <a:pt x="205595" y="137572"/>
                </a:lnTo>
                <a:lnTo>
                  <a:pt x="245502" y="117157"/>
                </a:lnTo>
                <a:lnTo>
                  <a:pt x="288278" y="98112"/>
                </a:lnTo>
                <a:lnTo>
                  <a:pt x="333761" y="80514"/>
                </a:lnTo>
                <a:lnTo>
                  <a:pt x="381790" y="64440"/>
                </a:lnTo>
                <a:lnTo>
                  <a:pt x="432201" y="49968"/>
                </a:lnTo>
                <a:lnTo>
                  <a:pt x="484834" y="37175"/>
                </a:lnTo>
                <a:lnTo>
                  <a:pt x="539526" y="26138"/>
                </a:lnTo>
                <a:lnTo>
                  <a:pt x="596115" y="16934"/>
                </a:lnTo>
                <a:lnTo>
                  <a:pt x="654439" y="9641"/>
                </a:lnTo>
                <a:lnTo>
                  <a:pt x="714336" y="4336"/>
                </a:lnTo>
                <a:lnTo>
                  <a:pt x="775643" y="1097"/>
                </a:lnTo>
                <a:lnTo>
                  <a:pt x="838200" y="0"/>
                </a:lnTo>
                <a:lnTo>
                  <a:pt x="900762" y="1097"/>
                </a:lnTo>
                <a:lnTo>
                  <a:pt x="962076" y="4336"/>
                </a:lnTo>
                <a:lnTo>
                  <a:pt x="1021979" y="9641"/>
                </a:lnTo>
                <a:lnTo>
                  <a:pt x="1080308" y="16934"/>
                </a:lnTo>
                <a:lnTo>
                  <a:pt x="1136902" y="26138"/>
                </a:lnTo>
                <a:lnTo>
                  <a:pt x="1191598" y="37175"/>
                </a:lnTo>
                <a:lnTo>
                  <a:pt x="1244235" y="49968"/>
                </a:lnTo>
                <a:lnTo>
                  <a:pt x="1294651" y="64440"/>
                </a:lnTo>
                <a:lnTo>
                  <a:pt x="1342683" y="80514"/>
                </a:lnTo>
                <a:lnTo>
                  <a:pt x="1388169" y="98112"/>
                </a:lnTo>
                <a:lnTo>
                  <a:pt x="1430948" y="117157"/>
                </a:lnTo>
                <a:lnTo>
                  <a:pt x="1470857" y="137572"/>
                </a:lnTo>
                <a:lnTo>
                  <a:pt x="1507735" y="159279"/>
                </a:lnTo>
                <a:lnTo>
                  <a:pt x="1541418" y="182201"/>
                </a:lnTo>
                <a:lnTo>
                  <a:pt x="1571746" y="206261"/>
                </a:lnTo>
                <a:lnTo>
                  <a:pt x="1621685" y="257486"/>
                </a:lnTo>
                <a:lnTo>
                  <a:pt x="1656257" y="312334"/>
                </a:lnTo>
                <a:lnTo>
                  <a:pt x="1674164" y="370189"/>
                </a:lnTo>
                <a:lnTo>
                  <a:pt x="1676463" y="400050"/>
                </a:lnTo>
                <a:lnTo>
                  <a:pt x="1674164" y="429895"/>
                </a:lnTo>
                <a:lnTo>
                  <a:pt x="1656257" y="487726"/>
                </a:lnTo>
                <a:lnTo>
                  <a:pt x="1621685" y="542561"/>
                </a:lnTo>
                <a:lnTo>
                  <a:pt x="1571746" y="593781"/>
                </a:lnTo>
                <a:lnTo>
                  <a:pt x="1541418" y="617842"/>
                </a:lnTo>
                <a:lnTo>
                  <a:pt x="1507735" y="640766"/>
                </a:lnTo>
                <a:lnTo>
                  <a:pt x="1470857" y="662476"/>
                </a:lnTo>
                <a:lnTo>
                  <a:pt x="1430948" y="682894"/>
                </a:lnTo>
                <a:lnTo>
                  <a:pt x="1388169" y="701944"/>
                </a:lnTo>
                <a:lnTo>
                  <a:pt x="1342683" y="719547"/>
                </a:lnTo>
                <a:lnTo>
                  <a:pt x="1294651" y="735627"/>
                </a:lnTo>
                <a:lnTo>
                  <a:pt x="1244235" y="750105"/>
                </a:lnTo>
                <a:lnTo>
                  <a:pt x="1191598" y="762903"/>
                </a:lnTo>
                <a:lnTo>
                  <a:pt x="1136902" y="773946"/>
                </a:lnTo>
                <a:lnTo>
                  <a:pt x="1080308" y="783155"/>
                </a:lnTo>
                <a:lnTo>
                  <a:pt x="1021979" y="790452"/>
                </a:lnTo>
                <a:lnTo>
                  <a:pt x="962076" y="795760"/>
                </a:lnTo>
                <a:lnTo>
                  <a:pt x="900762" y="799002"/>
                </a:lnTo>
                <a:lnTo>
                  <a:pt x="838200" y="800100"/>
                </a:lnTo>
                <a:lnTo>
                  <a:pt x="775643" y="799002"/>
                </a:lnTo>
                <a:lnTo>
                  <a:pt x="714336" y="795760"/>
                </a:lnTo>
                <a:lnTo>
                  <a:pt x="654439" y="790452"/>
                </a:lnTo>
                <a:lnTo>
                  <a:pt x="596115" y="783155"/>
                </a:lnTo>
                <a:lnTo>
                  <a:pt x="539526" y="773946"/>
                </a:lnTo>
                <a:lnTo>
                  <a:pt x="484834" y="762903"/>
                </a:lnTo>
                <a:lnTo>
                  <a:pt x="432201" y="750105"/>
                </a:lnTo>
                <a:lnTo>
                  <a:pt x="381790" y="735627"/>
                </a:lnTo>
                <a:lnTo>
                  <a:pt x="333761" y="719547"/>
                </a:lnTo>
                <a:lnTo>
                  <a:pt x="288278" y="701944"/>
                </a:lnTo>
                <a:lnTo>
                  <a:pt x="245502" y="682894"/>
                </a:lnTo>
                <a:lnTo>
                  <a:pt x="205595" y="662476"/>
                </a:lnTo>
                <a:lnTo>
                  <a:pt x="168720" y="640766"/>
                </a:lnTo>
                <a:lnTo>
                  <a:pt x="135038" y="617842"/>
                </a:lnTo>
                <a:lnTo>
                  <a:pt x="104712" y="593781"/>
                </a:lnTo>
                <a:lnTo>
                  <a:pt x="54775" y="542561"/>
                </a:lnTo>
                <a:lnTo>
                  <a:pt x="20205" y="487726"/>
                </a:lnTo>
                <a:lnTo>
                  <a:pt x="2299" y="429895"/>
                </a:lnTo>
                <a:lnTo>
                  <a:pt x="0" y="400050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48322" y="265747"/>
            <a:ext cx="97726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302895">
              <a:lnSpc>
                <a:spcPct val="100800"/>
              </a:lnSpc>
              <a:spcBef>
                <a:spcPts val="85"/>
              </a:spcBef>
            </a:pP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20">
                <a:latin typeface="Calibri"/>
                <a:cs typeface="Calibri"/>
              </a:rPr>
              <a:t>Avalanche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4610100"/>
            <a:ext cx="485775" cy="3429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1138" y="5099379"/>
            <a:ext cx="439947" cy="42619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9505" y="5610225"/>
            <a:ext cx="409889" cy="428625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/>
              <a:t>Google</a:t>
            </a:r>
            <a:r>
              <a:rPr dirty="0" spc="-114"/>
              <a:t> </a:t>
            </a:r>
            <a:r>
              <a:rPr dirty="0" spc="-10"/>
              <a:t>OR-</a:t>
            </a:r>
            <a:r>
              <a:rPr dirty="0" spc="-30"/>
              <a:t>Tools</a:t>
            </a:r>
            <a:r>
              <a:rPr dirty="0" spc="-55"/>
              <a:t> </a:t>
            </a:r>
            <a:r>
              <a:rPr dirty="0" spc="-10"/>
              <a:t>(Combinatorial</a:t>
            </a:r>
            <a:r>
              <a:rPr dirty="0" spc="-70"/>
              <a:t> </a:t>
            </a:r>
            <a:r>
              <a:rPr dirty="0" spc="-10"/>
              <a:t>Optimization).</a:t>
            </a:r>
          </a:p>
          <a:p>
            <a:pPr marL="439420" indent="-426720">
              <a:lnSpc>
                <a:spcPts val="2865"/>
              </a:lnSpc>
              <a:spcBef>
                <a:spcPts val="50"/>
              </a:spcBef>
              <a:buChar char="•"/>
              <a:tabLst>
                <a:tab pos="439420" algn="l"/>
              </a:tabLst>
            </a:pPr>
            <a:r>
              <a:rPr dirty="0"/>
              <a:t>IEEE</a:t>
            </a:r>
            <a:r>
              <a:rPr dirty="0" spc="-40"/>
              <a:t> </a:t>
            </a:r>
            <a:r>
              <a:rPr dirty="0"/>
              <a:t>2023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150"/>
              <a:t> </a:t>
            </a:r>
            <a:r>
              <a:rPr dirty="0"/>
              <a:t>AI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70"/>
              <a:t> </a:t>
            </a:r>
            <a:r>
              <a:rPr dirty="0" spc="-10"/>
              <a:t>Train</a:t>
            </a:r>
            <a:r>
              <a:rPr dirty="0" spc="-85"/>
              <a:t> </a:t>
            </a:r>
            <a:r>
              <a:rPr dirty="0"/>
              <a:t>Scheduling</a:t>
            </a:r>
            <a:r>
              <a:rPr dirty="0" spc="-10"/>
              <a:t> under</a:t>
            </a:r>
          </a:p>
          <a:p>
            <a:pPr marL="355600">
              <a:lnSpc>
                <a:spcPts val="2855"/>
              </a:lnSpc>
            </a:pPr>
            <a:r>
              <a:rPr dirty="0" spc="-10"/>
              <a:t>Uncertainty.</a:t>
            </a:r>
          </a:p>
          <a:p>
            <a:pPr marL="355600" indent="-342900">
              <a:lnSpc>
                <a:spcPts val="2865"/>
              </a:lnSpc>
              <a:buChar char="•"/>
              <a:tabLst>
                <a:tab pos="355600" algn="l"/>
              </a:tabLst>
            </a:pPr>
            <a:r>
              <a:rPr dirty="0"/>
              <a:t>Deutsche</a:t>
            </a:r>
            <a:r>
              <a:rPr dirty="0" spc="-120"/>
              <a:t> </a:t>
            </a:r>
            <a:r>
              <a:rPr dirty="0"/>
              <a:t>Bahn</a:t>
            </a:r>
            <a:r>
              <a:rPr dirty="0" spc="-165"/>
              <a:t> </a:t>
            </a:r>
            <a:r>
              <a:rPr dirty="0"/>
              <a:t>AI</a:t>
            </a:r>
            <a:r>
              <a:rPr dirty="0" spc="-45"/>
              <a:t> </a:t>
            </a:r>
            <a:r>
              <a:rPr dirty="0"/>
              <a:t>Rail</a:t>
            </a:r>
            <a:r>
              <a:rPr dirty="0" spc="-60"/>
              <a:t> </a:t>
            </a:r>
            <a:r>
              <a:rPr dirty="0"/>
              <a:t>Traffic</a:t>
            </a:r>
            <a:r>
              <a:rPr dirty="0" spc="-55"/>
              <a:t> </a:t>
            </a:r>
            <a:r>
              <a:rPr dirty="0" spc="-10"/>
              <a:t>Research.</a:t>
            </a:r>
          </a:p>
          <a:p>
            <a:pPr marL="439420" indent="-426720">
              <a:lnSpc>
                <a:spcPts val="2870"/>
              </a:lnSpc>
              <a:spcBef>
                <a:spcPts val="50"/>
              </a:spcBef>
              <a:buChar char="•"/>
              <a:tabLst>
                <a:tab pos="439420" algn="l"/>
              </a:tabLst>
            </a:pPr>
            <a:r>
              <a:rPr dirty="0"/>
              <a:t>Indian</a:t>
            </a:r>
            <a:r>
              <a:rPr dirty="0" spc="-85"/>
              <a:t> </a:t>
            </a:r>
            <a:r>
              <a:rPr dirty="0"/>
              <a:t>Railways</a:t>
            </a:r>
            <a:r>
              <a:rPr dirty="0" spc="-95"/>
              <a:t> </a:t>
            </a:r>
            <a:r>
              <a:rPr dirty="0"/>
              <a:t>TMS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/>
              <a:t>Signaling</a:t>
            </a:r>
            <a:r>
              <a:rPr dirty="0" spc="-15"/>
              <a:t> </a:t>
            </a:r>
            <a:r>
              <a:rPr dirty="0"/>
              <a:t>System</a:t>
            </a:r>
            <a:r>
              <a:rPr dirty="0" spc="-5"/>
              <a:t> </a:t>
            </a:r>
            <a:r>
              <a:rPr dirty="0" spc="-10"/>
              <a:t>docs.</a:t>
            </a:r>
          </a:p>
          <a:p>
            <a:pPr marL="439420" indent="-426720">
              <a:lnSpc>
                <a:spcPts val="2870"/>
              </a:lnSpc>
              <a:buChar char="•"/>
              <a:tabLst>
                <a:tab pos="439420" algn="l"/>
              </a:tabLst>
            </a:pPr>
            <a:r>
              <a:rPr dirty="0"/>
              <a:t>Reinforcement</a:t>
            </a:r>
            <a:r>
              <a:rPr dirty="0" spc="-120"/>
              <a:t> </a:t>
            </a:r>
            <a:r>
              <a:rPr dirty="0"/>
              <a:t>Learning</a:t>
            </a:r>
            <a:r>
              <a:rPr dirty="0" spc="-40"/>
              <a:t> </a:t>
            </a:r>
            <a:r>
              <a:rPr dirty="0"/>
              <a:t>+</a:t>
            </a:r>
            <a:r>
              <a:rPr dirty="0" spc="-95"/>
              <a:t> </a:t>
            </a:r>
            <a:r>
              <a:rPr dirty="0"/>
              <a:t>GNN</a:t>
            </a:r>
            <a:r>
              <a:rPr dirty="0" spc="-60"/>
              <a:t> </a:t>
            </a:r>
            <a:r>
              <a:rPr dirty="0" spc="-10"/>
              <a:t>studies</a:t>
            </a: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dirty="0" spc="-10"/>
              <a:t>(Elsevier,</a:t>
            </a:r>
            <a:r>
              <a:rPr dirty="0" spc="-90"/>
              <a:t> </a:t>
            </a:r>
            <a:r>
              <a:rPr dirty="0" spc="-10"/>
              <a:t>IEEE).</a:t>
            </a:r>
          </a:p>
          <a:p>
            <a:pPr marL="1235710" marR="2973705">
              <a:lnSpc>
                <a:spcPct val="133700"/>
              </a:lnSpc>
              <a:spcBef>
                <a:spcPts val="1160"/>
              </a:spcBef>
            </a:pPr>
            <a:r>
              <a:rPr dirty="0" u="sng" sz="27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Youtub</a:t>
            </a:r>
            <a:r>
              <a:rPr dirty="0" u="sng" sz="27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e</a:t>
            </a:r>
            <a:r>
              <a:rPr dirty="0" u="sng" sz="2750" spc="-8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75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dirty="0" u="sng" sz="275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ink</a:t>
            </a:r>
            <a:r>
              <a:rPr dirty="0" sz="2750" spc="-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27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GitHub</a:t>
            </a:r>
            <a:r>
              <a:rPr dirty="0" u="sng" sz="2750" spc="9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dirty="0" u="sng" sz="27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Repository</a:t>
            </a:r>
            <a:r>
              <a:rPr dirty="0" sz="275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27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Live</a:t>
            </a:r>
            <a:r>
              <a:rPr dirty="0" u="sng" sz="2750" spc="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sng" sz="275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Link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2025-12-08T09:58:57Z</dcterms:created>
  <dcterms:modified xsi:type="dcterms:W3CDTF">2025-12-08T09:58:57Z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LastSaved">
    <vt:filetime>2025-12-08T00:00:00Z</vt:filetime>
  </property>
</Properties>
</file>